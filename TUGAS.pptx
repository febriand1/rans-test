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5B595-C5EA-482F-A314-69B1C93CD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0065A-C68C-8188-C033-0F1025CA1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3731C-F32F-2001-1AFA-36B10410C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5C27-0982-4CB6-B5E4-8583D3278EBB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99A10-1205-40C8-E02C-8AC78249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9D075-E888-74CB-B001-996AC2F43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9821-CE7E-4DD2-9BD4-66C9D3AD5A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13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7937-5C1C-5483-94E7-4EA9C128A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A5224-9658-F54F-C820-70C8BC59C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92E50-45DD-3350-9514-65B2613A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5C27-0982-4CB6-B5E4-8583D3278EBB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FFA0D-7FD6-DC6F-1757-B67E53FB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7F7F4-F2B5-223C-EA28-5D7717C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9821-CE7E-4DD2-9BD4-66C9D3AD5A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3495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171AE-4573-E2BE-0349-B79DE967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E3F76-6F86-C079-C3EE-47930416D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3D1DE-A5DC-21CA-2195-FECF74FA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5C27-0982-4CB6-B5E4-8583D3278EBB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F2533-19B3-1504-AA3D-4C7A975AC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1730A-827F-6710-3899-AD3DB460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9821-CE7E-4DD2-9BD4-66C9D3AD5A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006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883AF-A2F0-9E2C-07A5-BC3B61906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45B96-7DDE-AC9B-6102-75E12F543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842E3-55B7-113F-470F-1D6987AD0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2F3A4-1637-7470-79E3-D491AECEE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5C27-0982-4CB6-B5E4-8583D3278EBB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83D7E-6F49-5692-CDC4-30BC62ECB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73208-C8C7-065B-1489-6BEBBE942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9821-CE7E-4DD2-9BD4-66C9D3AD5A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0979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2C3BB-1341-1EF4-81AE-BB64B8215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75F11-D076-6D7A-E9BA-A82D1FC1D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4B37E-7858-6F51-3484-AA159D60E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7362A3-6D4A-DFD9-9655-FB5FAEA733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454264-7115-E76C-5991-7984F28B5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E70E5-A65C-E8C9-6B06-4ED153841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5C27-0982-4CB6-B5E4-8583D3278EBB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0BBB5C-D016-66AA-12EC-A5E4B8E82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992CC9-AC41-27E8-78D1-6E85EA9A6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9821-CE7E-4DD2-9BD4-66C9D3AD5A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7474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780E7-C5C8-E351-2312-E77BE121E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069AC-D454-F285-185A-3AA93CC98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5C27-0982-4CB6-B5E4-8583D3278EBB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BE84A7-0F02-AC4F-5D7F-67FB5F522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C357-51BB-7AA7-19CF-296AD1A48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9821-CE7E-4DD2-9BD4-66C9D3AD5A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9134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57FFB-3087-C96F-F0CF-E4D6D815F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5C27-0982-4CB6-B5E4-8583D3278EBB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96109-DE2C-9903-CDAD-F6385B27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CE6D1-599D-0474-B247-8CA9464D3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9821-CE7E-4DD2-9BD4-66C9D3AD5A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2268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0A4A-C8DB-07B1-09D6-A03D0F4BD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DE1AE-898A-676F-7431-94EE207A0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04B8E-316F-A12E-41F1-59896CD1E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8A833-15EE-B7E9-0E42-80A2EFB6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5C27-0982-4CB6-B5E4-8583D3278EBB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FC074-C3F4-65CE-F92A-CD416462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D8BC9-686B-4B43-2A91-F2AC2B69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9821-CE7E-4DD2-9BD4-66C9D3AD5A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45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37B8D-48D0-5BE7-50C9-E5BE0D0A7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E2E33C-82B0-6FBC-573C-2755A6911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05CA9-86C0-13CB-4496-D7BED1F24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D48CA-6503-89C8-D955-A291D4D5C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5C27-0982-4CB6-B5E4-8583D3278EBB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0DC9F-1885-BF39-70BA-079F6820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62048-F295-F4E7-1524-EF0133DE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9821-CE7E-4DD2-9BD4-66C9D3AD5A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6938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C550-D3BA-C150-CF0F-A55AA07D3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3C9F9-105A-6AB9-F37A-0026F479B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F9917-27E3-B781-359A-441ADEC2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5C27-0982-4CB6-B5E4-8583D3278EBB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1278D-CBA9-25DC-1F63-CD0B19130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17280-348B-43BF-9EB1-9F1A9D2BD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9821-CE7E-4DD2-9BD4-66C9D3AD5A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28242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56E2FC-4FDC-0001-8516-F0D4E3D27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D1AB5E-857D-C6B2-9088-A36AB9F4C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8846C-E32B-A9ED-7442-4B28CFDE2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85C27-0982-4CB6-B5E4-8583D3278EBB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29128-71C9-EF92-0CC3-E4CBB81BC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1CA23-3B9D-4845-AF78-1B9A733F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C9821-CE7E-4DD2-9BD4-66C9D3AD5A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757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F1F21A-ED8B-0DAF-F9A1-E07A5F42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7466E-5E36-EE4A-255C-18C1F01FF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3D259-1C0F-9692-2DD1-47F647641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85C27-0982-4CB6-B5E4-8583D3278EBB}" type="datetimeFigureOut">
              <a:rPr lang="en-ID" smtClean="0"/>
              <a:t>02/12/2025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03E5B-E2D1-5E42-5052-B14F00C14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03EDA-D79A-4820-D86C-21354AB44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C9821-CE7E-4DD2-9BD4-66C9D3AD5A1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0733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E8E48-DFFA-B423-97B2-3BCA58BEE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1199497"/>
          </a:xfrm>
        </p:spPr>
        <p:txBody>
          <a:bodyPr>
            <a:normAutofit/>
          </a:bodyPr>
          <a:lstStyle/>
          <a:p>
            <a:r>
              <a:rPr lang="en-US" b="1" dirty="0"/>
              <a:t>TUGAS</a:t>
            </a:r>
            <a:endParaRPr lang="en-ID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8EB29-BD6D-1C23-22F6-050E637AC3ED}"/>
              </a:ext>
            </a:extLst>
          </p:cNvPr>
          <p:cNvSpPr txBox="1"/>
          <p:nvPr/>
        </p:nvSpPr>
        <p:spPr>
          <a:xfrm>
            <a:off x="3693459" y="2704727"/>
            <a:ext cx="49754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/>
              <a:t>Buatlah</a:t>
            </a:r>
            <a:r>
              <a:rPr lang="en-US" sz="2400" b="1" dirty="0"/>
              <a:t> program Ransomware:</a:t>
            </a:r>
            <a:br>
              <a:rPr lang="en-US" sz="2400" b="1" dirty="0"/>
            </a:br>
            <a:r>
              <a:rPr lang="en-US" sz="2400" b="1" dirty="0"/>
              <a:t>1. </a:t>
            </a:r>
            <a:r>
              <a:rPr lang="en-US" sz="2400" b="1" dirty="0" err="1"/>
              <a:t>Buat</a:t>
            </a:r>
            <a:r>
              <a:rPr lang="en-US" sz="2400" b="1" dirty="0"/>
              <a:t> file-file yang </a:t>
            </a:r>
            <a:r>
              <a:rPr lang="en-US" sz="2400" b="1" dirty="0" err="1"/>
              <a:t>akan</a:t>
            </a:r>
            <a:r>
              <a:rPr lang="en-US" sz="2400" b="1" dirty="0"/>
              <a:t> di </a:t>
            </a:r>
            <a:r>
              <a:rPr lang="en-US" sz="2400" b="1" dirty="0" err="1"/>
              <a:t>enkripsi</a:t>
            </a:r>
            <a:br>
              <a:rPr lang="en-US" sz="2400" b="1" dirty="0"/>
            </a:br>
            <a:r>
              <a:rPr lang="en-US" sz="2400" b="1" dirty="0"/>
              <a:t>2. </a:t>
            </a:r>
            <a:r>
              <a:rPr lang="en-US" sz="2400" b="1" dirty="0" err="1"/>
              <a:t>Enkripsi</a:t>
            </a:r>
            <a:r>
              <a:rPr lang="en-US" sz="2400" b="1" dirty="0"/>
              <a:t> file-file</a:t>
            </a:r>
            <a:br>
              <a:rPr lang="en-US" sz="2400" b="1" dirty="0"/>
            </a:br>
            <a:r>
              <a:rPr lang="en-US" sz="2400" b="1" dirty="0"/>
              <a:t>3. </a:t>
            </a:r>
            <a:r>
              <a:rPr lang="en-US" sz="2400" b="1" dirty="0" err="1"/>
              <a:t>Hasilkan</a:t>
            </a:r>
            <a:r>
              <a:rPr lang="en-US" sz="2400" b="1" dirty="0"/>
              <a:t> file </a:t>
            </a:r>
            <a:r>
              <a:rPr lang="en-US" sz="2400" b="1" dirty="0" err="1"/>
              <a:t>kunci</a:t>
            </a:r>
            <a:r>
              <a:rPr lang="en-US" sz="2400" b="1" dirty="0"/>
              <a:t> </a:t>
            </a:r>
            <a:r>
              <a:rPr lang="en-US" sz="2400" b="1" dirty="0" err="1"/>
              <a:t>dekripsi</a:t>
            </a:r>
            <a:br>
              <a:rPr lang="en-US" sz="2400" b="1" dirty="0"/>
            </a:br>
            <a:r>
              <a:rPr lang="en-US" sz="2400" b="1" dirty="0"/>
              <a:t>4. </a:t>
            </a:r>
            <a:r>
              <a:rPr lang="en-US" sz="2400" b="1" dirty="0" err="1"/>
              <a:t>Dekripsi</a:t>
            </a:r>
            <a:r>
              <a:rPr lang="en-US" sz="2400" b="1" dirty="0"/>
              <a:t> file-file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239534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TUGAS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dirga febrian</dc:creator>
  <cp:lastModifiedBy>dirga febrian</cp:lastModifiedBy>
  <cp:revision>2</cp:revision>
  <dcterms:created xsi:type="dcterms:W3CDTF">2025-12-02T02:05:03Z</dcterms:created>
  <dcterms:modified xsi:type="dcterms:W3CDTF">2025-12-02T02:27:52Z</dcterms:modified>
</cp:coreProperties>
</file>